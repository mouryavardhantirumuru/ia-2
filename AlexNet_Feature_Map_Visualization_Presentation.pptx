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82880" cy="41148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DEEP LEARNING &amp; COMPUTER VISION</a:t>
            </a:r>
          </a:p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</a:defRPr>
            </a:pPr>
            <a:r>
              <a:t>AlexNet Feature Map &amp; Filter Visualization</a:t>
            </a:r>
          </a:p>
          <a:p>
            <a:pPr>
              <a:defRPr sz="1800">
                <a:solidFill>
                  <a:srgbClr val="818CF8"/>
                </a:solidFill>
              </a:defRPr>
            </a:pPr>
            <a:r>
              <a:t>Demystifying Hierarchical Feature Extraction &amp; Learned Representations in Deep CNNs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1005840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80560"/>
            <a:ext cx="9692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Student Author: Tirumuru Mourya Vardhan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Framework: PyTorch 2.14 &amp; Torchvision | Topic: CNN Interpretability &amp; Feature Progression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Repository: https://github.com/mouryavardhantirumuru/IA-2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ALEXNET FEATURE MAP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Introduction: Demystifying the CNN 'Black Box'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The Black Box Dilemma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Deep Neural Networks achieve superhuman classification accuracy but operate as opaque black boxes.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Without internal feature visualization, researchers cannot verify if models learn true semantic cues or dataset biases.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Understanding intermediate layer behavior is essential for trustworthy, explainable AI (XAI).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The AlexNet Breakthrough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AlexNet (Krizhevsky et al., 2012) won ImageNet with a 15.3% error rate (vs. 26.2% runner-up).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Demonstrated that end-to-end deep convolutional representations vastly outperform handcrafted SIFT/HOG descriptors.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Pioneered deep stacking, ReLU non-linearity, GPU acceleration, and dropout regularization.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Project Objectives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Extract &amp; visualize feature maps across all 5 convolutional layers using PyTorch forward hooks.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Visualize learned 11x11 RGB filters and correlate with primate visual cortex (V1).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Trace spatial downsampling and receptive field expansion from 11px to 163px.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Quantify activation sparsity (% zero neurons) and activation energy across network depth.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ALEXNET FEATURE MAP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AlexNet Architecture: Mathematical Blueprint &amp; Specifications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3931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463040"/>
          <a:ext cx="10332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  <a:gridCol w="1291590"/>
                <a:gridCol w="1291590"/>
                <a:gridCol w="1291590"/>
                <a:gridCol w="129159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Stride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Pad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Output Shape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Receptive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Conv1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Conv2d + ReLU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11x11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64 x 55 x 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23,296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11 x 11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Pool1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MaxPool2d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3x3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64 x 27 x 27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19 x 19 px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Conv2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Conv2d + ReLU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5x5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192 x 27 x 27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307,392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51 x 51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Pool2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MaxPool2d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3x3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192 x 13 x 13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67 x 67 px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Conv3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Conv2d + ReLU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3x3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384 x 13 x 13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663,936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99 x 99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Conv4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Conv2d + ReLU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3x3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256 x 13 x 13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884,992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131 x 131 px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Conv5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Conv2d + ReLU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3x3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256 x 13 x 13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590,080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163 x 163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Mathematical Receptive Field Recurrence Formula: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RF_l = RF_{l-1} + (k_l - 1) * J_{l-1}    where Cumulative Feature Jump J_l = J_{l-1} * s_l  (Initial: RF_0=1, J_0=1)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ALEXNET FEATURE MAP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Methodology: Intercepting Activations via PyTorch Forward Hooks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Model &amp; Hook Setup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In PyTorch, intermediate layer tensors are deleted during forward execution to minimize memory.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Forward hooks are non-invasive listeners attached to specific layers: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layer.register_forward_hook(hook_fn)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Cached layers: features[0] (Conv1), features[3] (Conv2), features[6] (Conv3), features[8] (Conv4), features[10] (Conv5).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18CF8"/>
                </a:solidFill>
              </a:defRPr>
            </a:pPr>
            <a:r>
              <a:t>2. Input Preprocessing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Images resized to 256px and Center Cropped to 224x224 RGB.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Normalized using ImageNet statistics: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mean = [0.485, 0.456, 0.406]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std = [0.229, 0.224, 0.225]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Guarantees that input distribution matches the pretrained weights' training domain.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3. Extraction &amp; Analytics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Tensor Detachment: Output tensors cloned and detached from autograd graph.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Energy Sorting: Channels ranked by L1 activation energy sum.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Spatial Attention Mapping: Mean layer activations bilinearly interpolated onto original image.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- Sparsity Analytics: Percentage of exact zero neurons measured per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ALEXNET FEATURE MAP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Conv1 Learned Spatial Weight Filters (64 Filters, 11x11x3)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v1_filters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93776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Key Observations &amp; Neurological Parallels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Gabor-Like Directional Edges: Clear alternating bright and dark stripes oriented at 0 deg, 45 deg, 90 deg, and 135 deg to capture directional boundaries.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Frequency Wavelets: Filters span from coarse, low-frequency transitions to rapid, high-frequency spatial ripples.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Color Opponency: Specialized color antagonist pairs (e.g., Blue-Yellow, Red-Cyan, Green-Magenta) emerge spontaneously.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Biological Parallels: These learned mathematical weights mirror the receptive fields of simple cells in the mammalian primary visual cortex (V1) discovered by Hubel &amp; Wiesel.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Independent Discovery: Demonstrates that gradient descent naturally rediscovers optimal representations for natural image statistics.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ALEXNET FEATURE MAP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Early Layers: Low-Level Edges &amp; Intermediate Textures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v1_feature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48463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3949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Conv1 (55x55, 64 channels, RF: 11px): Retains raw pixel-level geometry. Channels respond to directional silhouettes, high-contrast outlines, and lighting gradients.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v2_featur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484632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3949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Conv2 (27x27, 192 channels, RF: 51px): Max-pooling halves resolution. Channels combine simple edges into corners, fur textures, concentric curves, and mesh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ALEXNET FEATURE MAP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Deeper Layers: Transition from Parts to Semantic Abstractions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v3_feature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663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Conv3 (13x13, 384ch, RF: 99px)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Structural Motifs: Discards exact pixel coordinates. Encodes translation-invariant complex textures and structural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v4_featur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417320"/>
            <a:ext cx="310896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26280" y="4663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818CF8"/>
                </a:solidFill>
              </a:defRPr>
            </a:pPr>
            <a:r>
              <a:t>Conv4 (13x13, 256ch, RF: 131px)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Object Sub-Parts: Specific channels fire on recognizable sub-components such as snouts, eyes, paw outlines, and fur clumps.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nv5_feature_ma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417320"/>
            <a:ext cx="3108960" cy="3108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3879" y="4663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Conv5 (13x13, 256ch, RF: 163px)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Semantic Selectivity: Extreme activation sparsity (~89%). Channels respond selectively to the entire holistic object category.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ALEXNET FEATURE MAP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Cross-Layer Hierarchical Representation Progression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3931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yer_progres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The Fundamental Law of Deep Convolutional Hierarchies: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Input Pixels (224x224) -&gt; High Spatial Resolution, Low Semantic Meaning  ===&gt;  Conv5 Activations (13x13) -&gt; Low Spatial Resolution, High Semantic Invariance.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ALEXNET FEATURE MAP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Spatial Activation Heatmap Overlays: Localizing Network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ation_heatmaps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754880"/>
            <a:ext cx="338328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Early Layers: Uniform Coverage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Conv1 and Conv2 attend evenly across all textured areas, borders, and foreground-background transitions.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754880"/>
            <a:ext cx="338328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48463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818CF8"/>
                </a:solidFill>
              </a:defRPr>
            </a:pPr>
            <a:r>
              <a:t>Mid Layers: Target Localization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Conv3 and Conv4 begin filtering out background noise, clustering energy tightly onto the primary subject.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754880"/>
            <a:ext cx="338328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8463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Deep Layer: Semantic Saliency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Conv5 confines its peak activation energy directly to the most discriminative anatomical regions of the dog (face/head).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ALEXNET FEATURE MAP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Quantitative Activation Analytics: Sparsity &amp; Energy Dynamics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94360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ation_stat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57784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280160"/>
            <a:ext cx="457200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46304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38BDF8"/>
                </a:solidFill>
              </a:defRPr>
            </a:pPr>
            <a:r>
              <a:t>Empirical Layer Metrics (Dog Sample)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Conv1: Sparsity = 60.08% | Energy = 0.377 | Max = 19.65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Conv2: Sparsity = 80.58% | Energy = 0.437 | Max = 33.81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Conv3: Sparsity = 78.82% | Energy = 0.623 | Max = 35.42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Conv4: Sparsity = 82.04% | Energy = 0.529 | Max = 30.65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Conv5: Sparsity = 88.98% | Energy = 0.280 | Max = 29.68</a:t>
            </a:r>
          </a:p>
          <a:p>
            <a:br/>
            <a:pPr>
              <a:spcAft>
                <a:spcPts val="600"/>
              </a:spcAft>
              <a:defRPr b="1" sz="1300">
                <a:solidFill>
                  <a:srgbClr val="F59E0B"/>
                </a:solidFill>
              </a:defRPr>
            </a:pPr>
            <a:r>
              <a:t>Core Findings: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- Monotonic Sparsity Growth: Nearly 89% of Conv5 neurons remain at exact zero for any single input due to ReLU clamping.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- Selective Firing: Deep neurons only trigger when a precise, highly complex conjunction of sub-features is detected.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- Energy Efficiency: High sparsity enables fast sparse inference and reduces redundant channel interference.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ALEXNET FEATURE MAP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Software Architecture &amp; Live Demonstration CLI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21792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85216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280160"/>
            <a:ext cx="429768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463040"/>
            <a:ext cx="3931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38BDF8"/>
                </a:solidFill>
              </a:defRPr>
            </a:pPr>
            <a:r>
              <a:t>Modular &amp; Extensible CLI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Fully Parametrized CLI:</a:t>
            </a:r>
            <a:br/>
            <a:r>
              <a:t>python src/alexnet_feature_visualization.py --image &lt;path&gt; --output_dir &lt;path&gt;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Live Demonstration Ready: Supports seamless testing with any benchmark image (dog, butterfly, baboon, car, fruits).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Jupyter Walkthrough:</a:t>
            </a:r>
            <a:br/>
            <a:r>
              <a:t>Interactive experimentation notebook included in notebooks/ directory.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Zero Hardcoded Shortcuts: Pure PyTorch dynamic forward hooks with clean resource detachment.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Git Authenticity: Step-by-step verified commits tracked in GitHub repository.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ALEXNET FEATURE MAP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Viva-Voce Defense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48640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59E0B"/>
                </a:solidFill>
              </a:defRPr>
            </a:pPr>
            <a:r>
              <a:t>Critical Viva-Voce Questions</a:t>
            </a:r>
          </a:p>
          <a:p>
            <a:pPr>
              <a:defRPr b="1" sz="1100">
                <a:solidFill>
                  <a:srgbClr val="38BDF8"/>
                </a:solidFill>
              </a:defRPr>
            </a:pPr>
            <a:r>
              <a:t>Q1: Why 11x11 kernel in Conv1 instead of 3x3?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AlexNet needed to rapidly downsample 224x224 images down to 55x55 to fit memory on dual 3GB GPUs. Later networks proved two 3x3 layers give equivalent 5x5 coverage with fewer weights.</a:t>
            </a:r>
          </a:p>
          <a:p>
            <a:pPr>
              <a:defRPr b="1" sz="1100">
                <a:solidFill>
                  <a:srgbClr val="38BDF8"/>
                </a:solidFill>
              </a:defRPr>
            </a:pPr>
            <a:r>
              <a:t>Q2: Why use PyTorch forward hooks?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PyTorch deletes intermediate tensors during execution. Forward hooks intercept and clone activation maps on-the-fly without altering the neural network architecture.</a:t>
            </a:r>
          </a:p>
          <a:p>
            <a:pPr>
              <a:defRPr b="1" sz="1100">
                <a:solidFill>
                  <a:srgbClr val="38BDF8"/>
                </a:solidFill>
              </a:defRPr>
            </a:pPr>
            <a:r>
              <a:t>Q3: Why do learned filters match Gabor filters?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Step edges and oriented luminance transitions dominate natural images. Gradient descent naturally converges to the optimal mathematical basis for these statistics.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80160"/>
            <a:ext cx="4937760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Key Takeaways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Hierarchical Feature Extraction: Successfully demonstrated the progression from low-level edges (Conv1) to high-level semantic abstractions (Conv5).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Receptive Field Expansion: Verified theoretical expansion from 11px to 163px.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Sparsity Verification: Confirmed ReLU-driven sparsity increasing from 60% up to 89% in deep layers.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- Reproducibility: End-to-end Python pipeline, interactive Jupyter notebook, and verified Git commit history ready for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